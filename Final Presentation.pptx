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embeddedFontLst>
    <p:embeddedFont>
      <p:font typeface="Nuni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66b094ba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66b094b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66b094ba1_0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a66b094ba1_0_15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66b094ba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a66b094ba1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-100"/>
            <a:ext cx="4085100" cy="27369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790"/>
            <a:ext cx="2250363" cy="1392365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790"/>
            <a:ext cx="2250363" cy="1392365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6784"/>
            <a:ext cx="1851282" cy="1002839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5623802"/>
            <a:ext cx="2389068" cy="123431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5407536"/>
            <a:ext cx="2795414" cy="1444382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2430444"/>
            <a:ext cx="5361300" cy="19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4550878"/>
            <a:ext cx="5361300" cy="6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3079200"/>
            <a:ext cx="4386900" cy="3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5281486"/>
            <a:ext cx="2910145" cy="1576482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3"/>
            <a:ext cx="2795414" cy="1444382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2328133"/>
            <a:ext cx="5377500" cy="21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2654300"/>
            <a:ext cx="36861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2654300"/>
            <a:ext cx="36861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1127467"/>
            <a:ext cx="3709200" cy="18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3092067"/>
            <a:ext cx="3709200" cy="28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3764192"/>
            <a:ext cx="7369200" cy="30891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2072150"/>
            <a:ext cx="5560500" cy="478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"/>
            <a:ext cx="2251347" cy="1391229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6029501"/>
            <a:ext cx="1593306" cy="822734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657"/>
            <a:ext cx="3257455" cy="1681990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734861"/>
            <a:ext cx="6366900" cy="338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1127467"/>
            <a:ext cx="6424200" cy="9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2067600"/>
            <a:ext cx="58599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3289400"/>
            <a:ext cx="58599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5551333"/>
            <a:ext cx="7415100" cy="8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3778767"/>
            <a:ext cx="3574800" cy="3079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5492768"/>
            <a:ext cx="2520952" cy="1365553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3"/>
            <a:ext cx="2795414" cy="1444382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845133"/>
            <a:ext cx="63723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3818467"/>
            <a:ext cx="63723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888684" y="2328133"/>
            <a:ext cx="5377500" cy="21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RPG Management and Testing Database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TinyTorch Games needed a centralized database to replace scattered spreadsheets and documents.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The system stores core game data: characters, enemies, items, abilities, encounters, and logs.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Supports managing game content and running controlled play-testing sessions.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Roles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Designers: create and update core game data.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Analysts: read stored playtest information and evaluate balance.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Play-testers: run simulations with automatic encounter, turn, and action logging.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Provide a reliable source of truth.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Enforce constraints to avoid duplicate or conflicting data.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Offer stored procedures that simulate gameplay flow.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Record detailed human-readable text logs.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Conceptual Model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Identified core RPG components: characters, items, encounters, turns, logs.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Separated static data from dynamic playtest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Captured rules governing participation and turn actions.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Conceptual Model</a:t>
            </a:r>
            <a:b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Base Data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Character with PlayerCharacter and EnemyCharacter subtypes.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Items split into EquipmentItem and ConsumableItem.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CharacterAbility links abilities to characters.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InventoryItem and loot relationships connect items to characters.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Conceptual Model</a:t>
            </a:r>
            <a:endParaRPr sz="4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Dynamic Results</a:t>
            </a:r>
            <a:endParaRPr sz="4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Encounter represents a combat scenario.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Turn represents a round of actions.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EncounterParticipant links characters to encounters.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ParticipantState records stats per turn.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TextLog captures all events in sequence.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Relational Model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Each conceptual entity became a table: Character, Ability, Item, Turn, Encounter, TextLog, etc.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Attributes directly mapped into columns.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Relational Model</a:t>
            </a:r>
            <a:endParaRPr sz="4400">
              <a:solidFill>
                <a:schemeClr val="dk2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Foreign keys </a:t>
            </a:r>
            <a:r>
              <a:rPr lang="en-US" sz="3200">
                <a:highlight>
                  <a:schemeClr val="dk1"/>
                </a:highlight>
              </a:rPr>
              <a:t>link our simpler entities like EnemyCharacter to Chara or ConsumableItem to Item</a:t>
            </a:r>
            <a:endParaRPr>
              <a:highlight>
                <a:schemeClr val="dk1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M:N relationships became tables: InventoryItem, LootItem, CharacterAbi</a:t>
            </a:r>
            <a:r>
              <a:rPr lang="en-US" sz="3200">
                <a:highlight>
                  <a:schemeClr val="dk1"/>
                </a:highlight>
              </a:rPr>
              <a:t>lity</a:t>
            </a: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 etc.</a:t>
            </a:r>
            <a:endParaRPr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Relational Model</a:t>
            </a:r>
            <a:endParaRPr sz="4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N-ary Structures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8" name="Google Shape;188;p23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/>
              <a:t>Turns connect a source, target, an ability or item, and an encounter, managing a complex multi-entity relationship</a:t>
            </a:r>
            <a:endParaRPr sz="3200"/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SzPts val="3200"/>
              <a:buChar char="●"/>
            </a:pPr>
            <a:r>
              <a:rPr lang="en-US" sz="3200"/>
              <a:t>Participant states do something similar for the results of turns connecting characters with turn and an encounter.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Schema Scope Reduction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Scope refocused; EquipmentItem, DamageType, Action, Effect, and Player removed.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Behavior merged into Turn, Ability, and CharacterAbility.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Final schema remains normalized.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Triggers – Purpose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0" name="Google Shape;200;p25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Maintain data integrity during simulations.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Ensure consistent encounter/turn/log creation.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Prevent invalid updates during encounters.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Triggers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Auto-</a:t>
            </a:r>
            <a:r>
              <a:rPr lang="en-US" sz="3200"/>
              <a:t>generate rng seeds for turns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Enforce encounter participation rules.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Maintain correct order in Encounter, Turn, and ParticipantState.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Play()</a:t>
            </a:r>
            <a:endParaRPr sz="32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Rest()</a:t>
            </a:r>
            <a:endParaRPr sz="3200"/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Fight()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Play() Procedure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Entry point for the play-test app.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Displays a text menu.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Routes to Rest() or Fight(); does not modify data directly.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Rest() Purpose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Simulates a rest event.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Restores HP/SP to max.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Logs rest as its own encounter and turn.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Rest() Transaction Flow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0" name="Google Shape;230;p30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1. Start transaction.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2. Update HP/SP.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3. Create encounter.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4. Insert turn.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5. Insert text log.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6. Commit.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Rest() Error Handling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236" name="Google Shape;236;p31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SQLEXCEPTION handler.</a:t>
            </a:r>
            <a:endParaRPr>
              <a:highlight>
                <a:schemeClr val="dk1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Rollback and message on failure.</a:t>
            </a:r>
            <a:endParaRPr>
              <a:highlight>
                <a:schemeClr val="dk1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Prevents running without selected character.</a:t>
            </a:r>
            <a:endParaRPr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Fight() Pre-Setup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Ensures character not in another encounter.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Selects random enemy if none active.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Prepares encounter and participants.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Fight() Transaction Flow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1. Begin transaction.</a:t>
            </a:r>
            <a:endParaRPr/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2. Insert encounter.</a:t>
            </a:r>
            <a:endParaRPr/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3. Add participants.</a:t>
            </a:r>
            <a:endParaRPr/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4. Determine turn order.</a:t>
            </a:r>
            <a:endParaRPr/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5. Insert turn 0.</a:t>
            </a:r>
            <a:endParaRPr/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6. Record ParticipantState.</a:t>
            </a:r>
            <a:endParaRPr/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7. Insert text logs.</a:t>
            </a:r>
            <a:endParaRPr/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8. Display combat menu.</a:t>
            </a:r>
            <a:endParaRPr/>
          </a:p>
          <a:p>
            <a:pPr indent="-251459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9. Commit.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Fight</a:t>
            </a:r>
            <a:r>
              <a:rPr lang="en-US" sz="4400">
                <a:solidFill>
                  <a:schemeClr val="dk2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() Error Handling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254" name="Google Shape;254;p34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SQLEXCEPTION handler.</a:t>
            </a:r>
            <a:endParaRPr>
              <a:highlight>
                <a:schemeClr val="dk1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Rollback and </a:t>
            </a:r>
            <a:r>
              <a:rPr lang="en-US" sz="3200">
                <a:highlight>
                  <a:schemeClr val="dk1"/>
                </a:highlight>
              </a:rPr>
              <a:t>rethrow the exception</a:t>
            </a:r>
            <a:r>
              <a:rPr lang="en-US" sz="3200"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Fight() Menu Output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Shows character and enemy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Lists abilities.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Displays accumulated text logs.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Primary play-testing interaction loop.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-3403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200"/>
              <a:t>The structure and existing functions open a lot of doors for interesting uses</a:t>
            </a:r>
            <a:endParaRPr sz="3200"/>
          </a:p>
          <a:p>
            <a:pPr indent="-3403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3200"/>
              <a:t>Analyze number of turns encounters last and adjust stats to bring this up or down</a:t>
            </a:r>
            <a:endParaRPr sz="3200"/>
          </a:p>
          <a:p>
            <a:pPr indent="-3403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3200"/>
              <a:t>Aggregate how items are used to adjust the heal values or effects to adjust the item economy</a:t>
            </a:r>
            <a:endParaRPr sz="3200"/>
          </a:p>
          <a:p>
            <a:pPr indent="-34036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/>
              <a:t>The data this system could produce would give a designer broad reaching insights into how the math of the statistics play out.</a:t>
            </a:r>
            <a:endParaRPr sz="3200"/>
          </a:p>
          <a:p>
            <a:pPr indent="-34036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-US" sz="3200"/>
              <a:t>We learned a lot about how quickly complexity scales with additional entities and relationships</a:t>
            </a:r>
            <a:endParaRPr sz="3200"/>
          </a:p>
          <a:p>
            <a:pPr indent="-251459" lvl="0" marL="342900" rtl="0" algn="l">
              <a:spcBef>
                <a:spcPts val="640"/>
              </a:spcBef>
              <a:spcAft>
                <a:spcPts val="1200"/>
              </a:spcAft>
              <a:buSzPct val="100000"/>
              <a:buChar char="●"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